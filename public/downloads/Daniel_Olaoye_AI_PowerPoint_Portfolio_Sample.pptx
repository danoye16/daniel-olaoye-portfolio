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Generative AI in the Workplace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200"/>
            </a:pPr>
            <a:r>
              <a:t>Portfolio Sample</a:t>
            </a:r>
          </a:p>
          <a:p>
            <a:pPr>
              <a:defRPr sz="1800"/>
            </a:pPr>
            <a:r>
              <a:t>Prepared by Daniel Olaoye</a:t>
            </a:r>
          </a:p>
          <a:p>
            <a:pPr>
              <a:defRPr sz="1800"/>
            </a:pPr>
            <a:r>
              <a:t>AI Evaluation • Microsoft Office • Technical Communication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Generative AI?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AI systems that create text, images, code, audio and other content.</a:t>
            </a:r>
          </a:p>
          <a:p>
            <a:pPr>
              <a:defRPr sz="2200"/>
            </a:pPr>
            <a:r>
              <a:t>Useful for drafting, analysis, research support and workflow automation.</a:t>
            </a:r>
          </a:p>
          <a:p>
            <a:pPr>
              <a:defRPr sz="2200"/>
            </a:pPr>
            <a:r>
              <a:t>Human review remains important for accuracy and quality.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Practical Workplace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Content and document creation</a:t>
            </a:r>
          </a:p>
          <a:p>
            <a:pPr>
              <a:defRPr sz="2200"/>
            </a:pPr>
            <a:r>
              <a:t>Data analysis and summarization</a:t>
            </a:r>
          </a:p>
          <a:p>
            <a:pPr>
              <a:defRPr sz="2200"/>
            </a:pPr>
            <a:r>
              <a:t>Presentation development</a:t>
            </a:r>
          </a:p>
          <a:p>
            <a:pPr>
              <a:defRPr sz="2200"/>
            </a:pPr>
            <a:r>
              <a:t>Technical problem solving</a:t>
            </a:r>
          </a:p>
          <a:p>
            <a:pPr>
              <a:defRPr sz="2200"/>
            </a:pPr>
            <a:r>
              <a:t>Customer and employee support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Human + AI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1. Define the task</a:t>
            </a:r>
          </a:p>
          <a:p>
            <a:pPr>
              <a:defRPr sz="2200"/>
            </a:pPr>
            <a:r>
              <a:t>2. Write clear instructions</a:t>
            </a:r>
          </a:p>
          <a:p>
            <a:pPr>
              <a:defRPr sz="2200"/>
            </a:pPr>
            <a:r>
              <a:t>3. Review AI output</a:t>
            </a:r>
          </a:p>
          <a:p>
            <a:pPr>
              <a:defRPr sz="2200"/>
            </a:pPr>
            <a:r>
              <a:t>4. Check facts and requirements</a:t>
            </a:r>
          </a:p>
          <a:p>
            <a:pPr>
              <a:defRPr sz="2200"/>
            </a:pPr>
            <a:r>
              <a:t>5. Refine and validate</a:t>
            </a:r>
          </a:p>
          <a:p>
            <a:pPr>
              <a:defRPr sz="2200"/>
            </a:pPr>
            <a:r>
              <a:t>6. Deliver the final result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Quality Evaluation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Accuracy — Is it correct?</a:t>
            </a:r>
          </a:p>
          <a:p>
            <a:pPr>
              <a:defRPr sz="2200"/>
            </a:pPr>
            <a:r>
              <a:t>Relevance — Does it answer the request?</a:t>
            </a:r>
          </a:p>
          <a:p>
            <a:pPr>
              <a:defRPr sz="2200"/>
            </a:pPr>
            <a:r>
              <a:t>Instruction following — Did it follow constraints?</a:t>
            </a:r>
          </a:p>
          <a:p>
            <a:pPr>
              <a:defRPr sz="2200"/>
            </a:pPr>
            <a:r>
              <a:t>Clarity — Is it understandable?</a:t>
            </a:r>
          </a:p>
          <a:p>
            <a:pPr>
              <a:defRPr sz="2200"/>
            </a:pPr>
            <a:r>
              <a:t>Completeness — Are important details missing?</a:t>
            </a:r>
          </a:p>
          <a:p>
            <a:pPr>
              <a:defRPr sz="2200"/>
            </a:pPr>
            <a:r>
              <a:t>Overall usefulness — Does it solve the user's problem?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AI can accelerate professional workflows.</a:t>
            </a:r>
          </a:p>
          <a:p>
            <a:pPr>
              <a:defRPr sz="2200"/>
            </a:pPr>
            <a:r>
              <a:t>Clear requirements improve AI output.</a:t>
            </a:r>
          </a:p>
          <a:p>
            <a:pPr>
              <a:defRPr sz="2200"/>
            </a:pPr>
            <a:r>
              <a:t>Human judgment is essential for quality control.</a:t>
            </a:r>
          </a:p>
          <a:p>
            <a:pPr>
              <a:defRPr sz="2200"/>
            </a:pPr>
            <a:r>
              <a:t>Strong AI workflows combine generation, evaluation and iteration.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