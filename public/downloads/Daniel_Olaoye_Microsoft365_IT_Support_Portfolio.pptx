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Microsoft 365 User Support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/>
            </a:pPr>
            <a:r>
              <a:t>Portfolio Demonstration</a:t>
            </a:r>
          </a:p>
          <a:p>
            <a:pPr>
              <a:defRPr sz="2000"/>
            </a:pPr>
            <a:r>
              <a:t>Daniel Olaoye</a:t>
            </a:r>
          </a:p>
          <a:p>
            <a:pPr>
              <a:defRPr sz="2000"/>
            </a:pPr>
            <a:r>
              <a:t>IT Support • ICT • Technical Communication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User Support Areas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Outlook and email</a:t>
            </a:r>
          </a:p>
          <a:p>
            <a:pPr>
              <a:defRPr sz="2200"/>
            </a:pPr>
            <a:r>
              <a:t>Word, Excel and PowerPoint</a:t>
            </a:r>
          </a:p>
          <a:p>
            <a:pPr>
              <a:defRPr sz="2200"/>
            </a:pPr>
            <a:r>
              <a:t>Teams collaboration</a:t>
            </a:r>
          </a:p>
          <a:p>
            <a:pPr>
              <a:defRPr sz="2200"/>
            </a:pPr>
            <a:r>
              <a:t>OneDrive file access</a:t>
            </a:r>
          </a:p>
          <a:p>
            <a:pPr>
              <a:defRPr sz="2200"/>
            </a:pPr>
            <a:r>
              <a:t>Account and permissions issues</a:t>
            </a:r>
          </a:p>
          <a:p>
            <a:pPr>
              <a:defRPr sz="2200"/>
            </a:pPr>
            <a:r>
              <a:t>Basic connectivity and device troubleshooting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Understand the user's issue</a:t>
            </a:r>
          </a:p>
          <a:p>
            <a:pPr>
              <a:defRPr sz="2200"/>
            </a:pPr>
            <a:r>
              <a:t>Confirm impact and urgency</a:t>
            </a:r>
          </a:p>
          <a:p>
            <a:pPr>
              <a:defRPr sz="2200"/>
            </a:pPr>
            <a:r>
              <a:t>Collect relevant details</a:t>
            </a:r>
          </a:p>
          <a:p>
            <a:pPr>
              <a:defRPr sz="2200"/>
            </a:pPr>
            <a:r>
              <a:t>Troubleshoot systematically</a:t>
            </a:r>
          </a:p>
          <a:p>
            <a:pPr>
              <a:defRPr sz="2200"/>
            </a:pPr>
            <a:r>
              <a:t>Apply a controlled fix</a:t>
            </a:r>
          </a:p>
          <a:p>
            <a:pPr>
              <a:defRPr sz="2200"/>
            </a:pPr>
            <a:r>
              <a:t>Verify with the user</a:t>
            </a:r>
          </a:p>
          <a:p>
            <a:pPr>
              <a:defRPr sz="2200"/>
            </a:pPr>
            <a:r>
              <a:t>Document the resolution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OneDrive Access Issue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Confirm the user account and sign-in status.</a:t>
            </a:r>
          </a:p>
          <a:p>
            <a:pPr>
              <a:defRPr sz="2200"/>
            </a:pPr>
            <a:r>
              <a:t>Check whether the file is online-only or synchronized.</a:t>
            </a:r>
          </a:p>
          <a:p>
            <a:pPr>
              <a:defRPr sz="2200"/>
            </a:pPr>
            <a:r>
              <a:t>Verify the correct folder/account.</a:t>
            </a:r>
          </a:p>
          <a:p>
            <a:pPr>
              <a:defRPr sz="2200"/>
            </a:pPr>
            <a:r>
              <a:t>Test browser access separately from desktop sync.</a:t>
            </a:r>
          </a:p>
          <a:p>
            <a:pPr>
              <a:defRPr sz="2200"/>
            </a:pPr>
            <a:r>
              <a:t>Document the resolution and advise the user on prevention.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AI-Assisted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Use AI to draft troubleshooting checklists.</a:t>
            </a:r>
          </a:p>
          <a:p>
            <a:pPr>
              <a:defRPr sz="2200"/>
            </a:pPr>
            <a:r>
              <a:t>Ask AI to explain error messages or technical concepts.</a:t>
            </a:r>
          </a:p>
          <a:p>
            <a:pPr>
              <a:defRPr sz="2200"/>
            </a:pPr>
            <a:r>
              <a:t>Generate knowledge-base drafts.</a:t>
            </a:r>
          </a:p>
          <a:p>
            <a:pPr>
              <a:defRPr sz="2200"/>
            </a:pPr>
            <a:r>
              <a:t>Review AI output against official documentation and system evidence.</a:t>
            </a:r>
          </a:p>
          <a:p>
            <a:pPr>
              <a:defRPr sz="2200"/>
            </a:pPr>
            <a:r>
              <a:t>Never treat AI output as proof without verification.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Quality &amp; Customer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Clear communication</a:t>
            </a:r>
          </a:p>
          <a:p>
            <a:pPr>
              <a:defRPr sz="2200"/>
            </a:pPr>
            <a:r>
              <a:t>Minimal disruption</a:t>
            </a:r>
          </a:p>
          <a:p>
            <a:pPr>
              <a:defRPr sz="2200"/>
            </a:pPr>
            <a:r>
              <a:t>Evidence-based troubleshooting</a:t>
            </a:r>
          </a:p>
          <a:p>
            <a:pPr>
              <a:defRPr sz="2200"/>
            </a:pPr>
            <a:r>
              <a:t>Privacy and access awareness</a:t>
            </a:r>
          </a:p>
          <a:p>
            <a:pPr>
              <a:defRPr sz="2200"/>
            </a:pPr>
            <a:r>
              <a:t>Accurate documentation</a:t>
            </a:r>
          </a:p>
          <a:p>
            <a:pPr>
              <a:defRPr sz="2200"/>
            </a:pPr>
            <a:r>
              <a:t>Confirm the user can work again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