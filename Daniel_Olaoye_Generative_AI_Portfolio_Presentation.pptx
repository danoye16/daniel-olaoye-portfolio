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Professional Portfolio</a:t>
            </a:r>
          </a:p>
          <a:p>
            <a:pPr>
              <a:defRPr sz="2000"/>
            </a:pPr>
            <a:r>
              <a:t>Daniel Olaoye</a:t>
            </a:r>
          </a:p>
          <a:p>
            <a:pPr>
              <a:defRPr sz="2000"/>
            </a:pPr>
            <a:r>
              <a:t>AI Evaluation • Prompt Engineering • AI-Assisted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Computer Science professional and ICT educator</a:t>
            </a:r>
          </a:p>
          <a:p>
            <a:pPr>
              <a:defRPr sz="2200"/>
            </a:pPr>
            <a:r>
              <a:t>10+ years of technology-enabled education experience</a:t>
            </a:r>
          </a:p>
          <a:p>
            <a:pPr>
              <a:defRPr sz="2200"/>
            </a:pPr>
            <a:r>
              <a:t>Practical Claude and ChatGPT user</a:t>
            </a:r>
          </a:p>
          <a:p>
            <a:pPr>
              <a:defRPr sz="2200"/>
            </a:pPr>
            <a:r>
              <a:t>Focus on human-in-the-loop AI quality and technical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AI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Prompt engineering</a:t>
            </a:r>
          </a:p>
          <a:p>
            <a:pPr>
              <a:defRPr sz="2200"/>
            </a:pPr>
            <a:r>
              <a:t>AI response evaluation</a:t>
            </a:r>
          </a:p>
          <a:p>
            <a:pPr>
              <a:defRPr sz="2200"/>
            </a:pPr>
            <a:r>
              <a:t>AI-assisted coding</a:t>
            </a:r>
          </a:p>
          <a:p>
            <a:pPr>
              <a:defRPr sz="2200"/>
            </a:pPr>
            <a:r>
              <a:t>Technical writing</a:t>
            </a:r>
          </a:p>
          <a:p>
            <a:pPr>
              <a:defRPr sz="2200"/>
            </a:pPr>
            <a:r>
              <a:t>eBook and educational content</a:t>
            </a:r>
          </a:p>
          <a:p>
            <a:pPr>
              <a:defRPr sz="2200"/>
            </a:pPr>
            <a:r>
              <a:t>AI in education</a:t>
            </a:r>
          </a:p>
          <a:p>
            <a:pPr>
              <a:defRPr sz="2200"/>
            </a:pPr>
            <a:r>
              <a:t>Human-in-the-loop 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Response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Compare outputs against the user's requirements</a:t>
            </a:r>
          </a:p>
          <a:p>
            <a:pPr>
              <a:defRPr sz="2200"/>
            </a:pPr>
            <a:r>
              <a:t>Score accuracy, relevance and instruction following</a:t>
            </a:r>
          </a:p>
          <a:p>
            <a:pPr>
              <a:defRPr sz="2200"/>
            </a:pPr>
            <a:r>
              <a:t>Assess clarity, completeness and reasoning</a:t>
            </a:r>
          </a:p>
          <a:p>
            <a:pPr>
              <a:defRPr sz="2200"/>
            </a:pPr>
            <a:r>
              <a:t>Write evidence-based rationales</a:t>
            </a:r>
          </a:p>
          <a:p>
            <a:pPr>
              <a:defRPr sz="2200"/>
            </a:pPr>
            <a:r>
              <a:t>Make a final comparative judgment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Claude-Assisted MQL5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Translate strategy requirements into technical logic</a:t>
            </a:r>
          </a:p>
          <a:p>
            <a:pPr>
              <a:defRPr sz="2200"/>
            </a:pPr>
            <a:r>
              <a:t>Generate and revise MQL5 code with Claude</a:t>
            </a:r>
          </a:p>
          <a:p>
            <a:pPr>
              <a:defRPr sz="2200"/>
            </a:pPr>
            <a:r>
              <a:t>Review AI output critically</a:t>
            </a:r>
          </a:p>
          <a:p>
            <a:pPr>
              <a:defRPr sz="2200"/>
            </a:pPr>
            <a:r>
              <a:t>Test and identify implementation gaps</a:t>
            </a:r>
          </a:p>
          <a:p>
            <a:pPr>
              <a:defRPr sz="2200"/>
            </a:pPr>
            <a:r>
              <a:t>Provide targeted corrective instructions</a:t>
            </a:r>
          </a:p>
          <a:p>
            <a:pPr>
              <a:defRPr sz="2200"/>
            </a:pPr>
            <a:r>
              <a:t>Iterate and validate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Content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Define objective</a:t>
            </a:r>
          </a:p>
          <a:p>
            <a:pPr>
              <a:defRPr sz="2200"/>
            </a:pPr>
            <a:r>
              <a:t>Build outline</a:t>
            </a:r>
          </a:p>
          <a:p>
            <a:pPr>
              <a:defRPr sz="2200"/>
            </a:pPr>
            <a:r>
              <a:t>Generate draft</a:t>
            </a:r>
          </a:p>
          <a:p>
            <a:pPr>
              <a:defRPr sz="2200"/>
            </a:pPr>
            <a:r>
              <a:t>Review for accuracy</a:t>
            </a:r>
          </a:p>
          <a:p>
            <a:pPr>
              <a:defRPr sz="2200"/>
            </a:pPr>
            <a:r>
              <a:t>Refine with targeted prompts</a:t>
            </a:r>
          </a:p>
          <a:p>
            <a:pPr>
              <a:defRPr sz="2200"/>
            </a:pPr>
            <a:r>
              <a:t>Format and quality-check</a:t>
            </a:r>
          </a:p>
          <a:p>
            <a:pPr>
              <a:defRPr sz="2200"/>
            </a:pPr>
            <a:r>
              <a:t>Human approval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Lesson planning</a:t>
            </a:r>
          </a:p>
          <a:p>
            <a:pPr>
              <a:defRPr sz="2200"/>
            </a:pPr>
            <a:r>
              <a:t>Differentiated explanations</a:t>
            </a:r>
          </a:p>
          <a:p>
            <a:pPr>
              <a:defRPr sz="2200"/>
            </a:pPr>
            <a:r>
              <a:t>Practice questions</a:t>
            </a:r>
          </a:p>
          <a:p>
            <a:pPr>
              <a:defRPr sz="2200"/>
            </a:pPr>
            <a:r>
              <a:t>Feedback support</a:t>
            </a:r>
          </a:p>
          <a:p>
            <a:pPr>
              <a:defRPr sz="2200"/>
            </a:pPr>
            <a:r>
              <a:t>Educational resources</a:t>
            </a:r>
          </a:p>
          <a:p>
            <a:pPr>
              <a:defRPr sz="2200"/>
            </a:pPr>
            <a:r>
              <a:t>Teacher-led verification before classroom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Technical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Draft troubleshooting procedures</a:t>
            </a:r>
          </a:p>
          <a:p>
            <a:pPr>
              <a:defRPr sz="2200"/>
            </a:pPr>
            <a:r>
              <a:t>Explain technical errors</a:t>
            </a:r>
          </a:p>
          <a:p>
            <a:pPr>
              <a:defRPr sz="2200"/>
            </a:pPr>
            <a:r>
              <a:t>Structure knowledge-base articles</a:t>
            </a:r>
          </a:p>
          <a:p>
            <a:pPr>
              <a:defRPr sz="2200"/>
            </a:pPr>
            <a:r>
              <a:t>Improve user-facing instructions</a:t>
            </a:r>
          </a:p>
          <a:p>
            <a:pPr>
              <a:defRPr sz="2200"/>
            </a:pPr>
            <a:r>
              <a:t>Treat AI suggestions as hypotheses</a:t>
            </a:r>
          </a:p>
          <a:p>
            <a:pPr>
              <a:defRPr sz="2200"/>
            </a:pPr>
            <a:r>
              <a:t>Verify against evidence and trusted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Role + Objective</a:t>
            </a:r>
          </a:p>
          <a:p>
            <a:pPr>
              <a:defRPr sz="2200"/>
            </a:pPr>
            <a:r>
              <a:t>Context + Constraints</a:t>
            </a:r>
          </a:p>
          <a:p>
            <a:pPr>
              <a:defRPr sz="2200"/>
            </a:pPr>
            <a:r>
              <a:t>Expected output format</a:t>
            </a:r>
          </a:p>
          <a:p>
            <a:pPr>
              <a:defRPr sz="2200"/>
            </a:pPr>
            <a:r>
              <a:t>Examples where useful</a:t>
            </a:r>
          </a:p>
          <a:p>
            <a:pPr>
              <a:defRPr sz="2200"/>
            </a:pPr>
            <a:r>
              <a:t>Quality checks</a:t>
            </a:r>
          </a:p>
          <a:p>
            <a:pPr>
              <a:defRPr sz="2200"/>
            </a:pPr>
            <a:r>
              <a:t>Iterative refinement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Verify important factual claims</a:t>
            </a:r>
          </a:p>
          <a:p>
            <a:pPr>
              <a:defRPr sz="2200"/>
            </a:pPr>
            <a:r>
              <a:t>Protect confidential information</a:t>
            </a:r>
          </a:p>
          <a:p>
            <a:pPr>
              <a:defRPr sz="2200"/>
            </a:pPr>
            <a:r>
              <a:t>Avoid unsupported assumptions</a:t>
            </a:r>
          </a:p>
          <a:p>
            <a:pPr>
              <a:defRPr sz="2200"/>
            </a:pPr>
            <a:r>
              <a:t>Check for hallucinations</a:t>
            </a:r>
          </a:p>
          <a:p>
            <a:pPr>
              <a:defRPr sz="2200"/>
            </a:pPr>
            <a:r>
              <a:t>Maintain human accountability</a:t>
            </a:r>
          </a:p>
          <a:p>
            <a:pPr>
              <a:defRPr sz="2200"/>
            </a:pPr>
            <a:r>
              <a:t>Document decisions where appropriate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Bring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Computer Science foundation</a:t>
            </a:r>
          </a:p>
          <a:p>
            <a:pPr>
              <a:defRPr sz="2200"/>
            </a:pPr>
            <a:r>
              <a:t>10+ years ICT teaching and communication</a:t>
            </a:r>
          </a:p>
          <a:p>
            <a:pPr>
              <a:defRPr sz="2200"/>
            </a:pPr>
            <a:r>
              <a:t>Practical generative AI experience</a:t>
            </a:r>
          </a:p>
          <a:p>
            <a:pPr>
              <a:defRPr sz="2200"/>
            </a:pPr>
            <a:r>
              <a:t>Technical problem-solving mindset</a:t>
            </a:r>
          </a:p>
          <a:p>
            <a:pPr>
              <a:defRPr sz="2200"/>
            </a:pPr>
            <a:r>
              <a:t>Strong written and verbal communication</a:t>
            </a:r>
          </a:p>
          <a:p>
            <a:pPr>
              <a:defRPr sz="2200"/>
            </a:pPr>
            <a:r>
              <a:t>Adaptability to new AI evaluation workflows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Daniel Olaoye</a:t>
            </a:r>
          </a:p>
          <a:p>
            <a:pPr>
              <a:defRPr sz="2200"/>
            </a:pPr>
            <a:r>
              <a:t>olaoyedaniel16@gmail.com</a:t>
            </a:r>
          </a:p>
          <a:p>
            <a:pPr>
              <a:defRPr sz="2200"/>
            </a:pPr>
            <a:r>
              <a:t>LinkedIn: [Insert URL]</a:t>
            </a:r>
          </a:p>
          <a:p>
            <a:pPr>
              <a:defRPr sz="2200"/>
            </a:pPr>
            <a:r>
              <a:t>Portfolio: [Insert URL]</a:t>
            </a:r>
          </a:p>
          <a:p>
            <a:pPr>
              <a:defRPr sz="2200"/>
            </a:pPr>
            <a:r>
              <a:t>Available for remote AI evaluation and AI-assisted technical/content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